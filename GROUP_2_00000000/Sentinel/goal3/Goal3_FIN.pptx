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sldIdLst>
    <p:sldId id="343" r:id="rId2"/>
    <p:sldId id="348" r:id="rId3"/>
    <p:sldId id="369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B-Model-Evaluation" id="{7B1C6A2B-E2BB-4A00-B635-E3692AC80D61}">
          <p14:sldIdLst>
            <p14:sldId id="343"/>
            <p14:sldId id="348"/>
            <p14:sldId id="369"/>
          </p14:sldIdLst>
        </p14:section>
        <p14:section name="HIP" id="{8E6C202D-32A9-4242-9C7F-061CD6AD0586}">
          <p14:sldIdLst/>
        </p14:section>
        <p14:section name="Trust AI" id="{D03DBB28-92F1-40BA-9222-050B2A81EF3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EEF2"/>
    <a:srgbClr val="E6FBFD"/>
    <a:srgbClr val="FAEEE7"/>
    <a:srgbClr val="29897A"/>
    <a:srgbClr val="F1F5FF"/>
    <a:srgbClr val="F5500B"/>
    <a:srgbClr val="EFEDEB"/>
    <a:srgbClr val="021E30"/>
    <a:srgbClr val="DF4807"/>
    <a:srgbClr val="2C2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ACB3F56-7768-405F-84FF-31046667B651}">
  <a:tblStyle styleId="{FEC09086-8A00-4FE0-B5C7-1A88A72B4ECC}" styleName="SRH: Standard-Tabelle">
    <a:wholeTbl>
      <a:tcTxStyle>
        <a:fontRef idx="minor">
          <a:prstClr val="black"/>
        </a:fontRef>
        <a:srgbClr val="2C2E2E"/>
      </a:tcTxStyle>
      <a:tcStyle>
        <a:tcBdr>
          <a:left>
            <a:ln w="6350" cmpd="sng">
              <a:noFill/>
            </a:ln>
          </a:left>
          <a:right>
            <a:ln w="6350" cmpd="sng">
              <a:noFill/>
            </a:ln>
          </a:right>
          <a:top>
            <a:ln w="6350" cmpd="sng">
              <a:noFill/>
            </a:ln>
          </a:top>
          <a:bottom>
            <a:ln w="6350" cmpd="sng">
              <a:noFill/>
            </a:ln>
          </a:bottom>
          <a:insideH>
            <a:ln w="6350" cmpd="sng">
              <a:solidFill>
                <a:schemeClr val="accent1"/>
              </a:solidFill>
            </a:ln>
          </a:insideH>
          <a:insideV>
            <a:ln w="6350" cmpd="sng">
              <a:noFill/>
            </a:ln>
          </a:insideV>
        </a:tcBdr>
        <a:fill>
          <a:noFill/>
        </a:fill>
      </a:tcStyle>
    </a:wholeTbl>
    <a:la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lastCol>
    <a:fir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firstCol>
    <a:lastRow>
      <a:tcTxStyle b="on">
        <a:fontRef idx="minor">
          <a:prstClr val="black"/>
        </a:fontRef>
        <a:srgbClr val="2C2E2E"/>
      </a:tcTxStyle>
      <a:tcStyle>
        <a:tcBdr>
          <a:top>
            <a:ln w="635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>
        <a:fontRef idx="minor">
          <a:prstClr val="black"/>
        </a:fontRef>
        <a:srgbClr val="2C2E2E"/>
      </a:tcTxStyle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CB3F56-7768-405F-84FF-31046667B651}" styleName="SRH: Für Überschrift">
    <a:wholeTbl>
      <a:tcTxStyle>
        <a:fontRef idx="minor">
          <a:prstClr val="black"/>
        </a:fontRef>
        <a:srgbClr val="2C2E2E"/>
      </a:tcTxStyle>
      <a:tcStyle>
        <a:tcBdr>
          <a:left>
            <a:ln w="6350" cmpd="sng">
              <a:noFill/>
            </a:ln>
          </a:left>
          <a:right>
            <a:ln w="6350" cmpd="sng">
              <a:noFill/>
            </a:ln>
          </a:right>
          <a:top>
            <a:ln w="6350" cmpd="sng">
              <a:noFill/>
            </a:ln>
          </a:top>
          <a:bottom>
            <a:ln w="6350" cmpd="sng">
              <a:noFill/>
            </a:ln>
          </a:bottom>
          <a:insideH>
            <a:ln w="6350" cmpd="sng">
              <a:solidFill>
                <a:schemeClr val="accent1"/>
              </a:solidFill>
            </a:ln>
          </a:insideH>
          <a:insideV>
            <a:ln w="6350" cmpd="sng">
              <a:noFill/>
            </a:ln>
          </a:insideV>
        </a:tcBdr>
        <a:fill>
          <a:noFill/>
        </a:fill>
      </a:tcStyle>
    </a:wholeTbl>
    <a:la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lastCol>
    <a:fir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firstCol>
    <a:lastRow>
      <a:tcTxStyle b="on">
        <a:fontRef idx="minor">
          <a:prstClr val="black"/>
        </a:fontRef>
        <a:srgbClr val="2C2E2E"/>
      </a:tcTxStyle>
      <a:tcStyle>
        <a:tcBdr>
          <a:top>
            <a:ln w="635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>
        <a:fontRef idx="major">
          <a:prstClr val="black"/>
        </a:fontRef>
        <a:srgbClr val="2C2E2E"/>
      </a:tcTxStyle>
      <a:tcStyle>
        <a:tcBdr>
          <a:bottom>
            <a:ln w="635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DBED569-4797-4DF1-A0F4-6AAB3CD982D8}" styleName="Helle Formatvorlage 3 - Akz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54"/>
    <p:restoredTop sz="94437"/>
  </p:normalViewPr>
  <p:slideViewPr>
    <p:cSldViewPr snapToGrid="0">
      <p:cViewPr varScale="1">
        <p:scale>
          <a:sx n="101" d="100"/>
          <a:sy n="101" d="100"/>
        </p:scale>
        <p:origin x="200" y="4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A3E2A-35AE-479C-B172-30C9CAEEE094}" type="datetimeFigureOut">
              <a:rPr lang="de-DE" smtClean="0"/>
              <a:t>20.07.26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191045-FCBB-4EC9-AB5F-AA4CFDEA61C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7728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08692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7982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80DDF-9E9D-42DC-18B4-51972ABE5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0968F46-13D7-FC6C-0A31-87798D0FB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FA1E90C-DD47-7648-5AEE-9EABC2E9E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2A6693-4951-0ED4-AE03-106A5344E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191045-FCBB-4EC9-AB5F-AA4CFDEA61C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8546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Logo Farb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Bildplatzhalter 67">
            <a:extLst>
              <a:ext uri="{FF2B5EF4-FFF2-40B4-BE49-F238E27FC236}">
                <a16:creationId xmlns:a16="http://schemas.microsoft.com/office/drawing/2014/main" id="{C0838F9B-9AC4-4B9F-B75C-3598A1CE34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88B086-C83B-42E9-9F00-760DD2680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168" y="4256282"/>
            <a:ext cx="7401024" cy="1048109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53482C-77B3-40C5-ADC7-6EF2A1FA5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168" y="1079233"/>
            <a:ext cx="7401024" cy="3018316"/>
          </a:xfrm>
        </p:spPr>
        <p:txBody>
          <a:bodyPr lIns="0" tIns="0" rIns="0" bIns="0"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8668922-7D09-4DBB-8A0A-0493EE73B4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2820" y="622144"/>
            <a:ext cx="1985963" cy="553513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defRPr sz="1550" b="1">
                <a:solidFill>
                  <a:schemeClr val="bg1"/>
                </a:solidFill>
              </a:defRPr>
            </a:lvl2pPr>
            <a:lvl3pPr marL="0" indent="0">
              <a:lnSpc>
                <a:spcPct val="94000"/>
              </a:lnSpc>
              <a:buNone/>
              <a:defRPr sz="1550" b="1">
                <a:solidFill>
                  <a:schemeClr val="bg1"/>
                </a:solidFill>
              </a:defRPr>
            </a:lvl3pPr>
            <a:lvl4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4pPr>
            <a:lvl5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5pPr>
            <a:lvl6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</a:defRPr>
            </a:lvl6pPr>
            <a:lvl7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  <a:latin typeface="+mn-lt"/>
              </a:defRPr>
            </a:lvl7pPr>
            <a:lvl8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  <a:latin typeface="+mn-lt"/>
              </a:defRPr>
            </a:lvl8pPr>
            <a:lvl9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09334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Logo wei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Bildplatzhalter 67">
            <a:extLst>
              <a:ext uri="{FF2B5EF4-FFF2-40B4-BE49-F238E27FC236}">
                <a16:creationId xmlns:a16="http://schemas.microsoft.com/office/drawing/2014/main" id="{C0838F9B-9AC4-4B9F-B75C-3598A1CE34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88B086-C83B-42E9-9F00-760DD2680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168" y="4256282"/>
            <a:ext cx="7401024" cy="1048109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53482C-77B3-40C5-ADC7-6EF2A1FA5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168" y="1079233"/>
            <a:ext cx="7401024" cy="3018316"/>
          </a:xfrm>
        </p:spPr>
        <p:txBody>
          <a:bodyPr lIns="0" tIns="0" rIns="0" bIns="0"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8668922-7D09-4DBB-8A0A-0493EE73B4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2820" y="622144"/>
            <a:ext cx="1985963" cy="553513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defRPr sz="1550" b="1">
                <a:solidFill>
                  <a:schemeClr val="bg1"/>
                </a:solidFill>
              </a:defRPr>
            </a:lvl2pPr>
            <a:lvl3pPr marL="0" indent="0">
              <a:lnSpc>
                <a:spcPct val="94000"/>
              </a:lnSpc>
              <a:buNone/>
              <a:defRPr sz="1550" b="1">
                <a:solidFill>
                  <a:schemeClr val="bg1"/>
                </a:solidFill>
              </a:defRPr>
            </a:lvl3pPr>
            <a:lvl4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4pPr>
            <a:lvl5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5pPr>
            <a:lvl6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</a:defRPr>
            </a:lvl6pPr>
            <a:lvl7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  <a:latin typeface="+mn-lt"/>
              </a:defRPr>
            </a:lvl7pPr>
            <a:lvl8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  <a:latin typeface="+mn-lt"/>
              </a:defRPr>
            </a:lvl8pPr>
            <a:lvl9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srh Logo">
            <a:extLst>
              <a:ext uri="{FF2B5EF4-FFF2-40B4-BE49-F238E27FC236}">
                <a16:creationId xmlns:a16="http://schemas.microsoft.com/office/drawing/2014/main" id="{E2C8FFD0-489D-45A2-BC98-F4AC2B86D4D2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630000" y="458084"/>
            <a:ext cx="948335" cy="733815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0683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90" name="Thema 10">
            <a:extLst>
              <a:ext uri="{FF2B5EF4-FFF2-40B4-BE49-F238E27FC236}">
                <a16:creationId xmlns:a16="http://schemas.microsoft.com/office/drawing/2014/main" id="{CC6F2213-38FE-4FAE-8DAA-719F27FB208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73464" y="4854251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91" name="Zahl Thema 10">
            <a:extLst>
              <a:ext uri="{FF2B5EF4-FFF2-40B4-BE49-F238E27FC236}">
                <a16:creationId xmlns:a16="http://schemas.microsoft.com/office/drawing/2014/main" id="{1E5FEF8A-F472-4107-8E27-82DD9F98DE8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76000" y="4854251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88" name="Thema 9">
            <a:extLst>
              <a:ext uri="{FF2B5EF4-FFF2-40B4-BE49-F238E27FC236}">
                <a16:creationId xmlns:a16="http://schemas.microsoft.com/office/drawing/2014/main" id="{6E4AF8F3-89A8-4F9B-BA9E-56F9D85ACB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73464" y="4072689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9" name="Zahl Thema 9">
            <a:extLst>
              <a:ext uri="{FF2B5EF4-FFF2-40B4-BE49-F238E27FC236}">
                <a16:creationId xmlns:a16="http://schemas.microsoft.com/office/drawing/2014/main" id="{8176477D-061A-4734-9BB4-8EB4EA7D518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76000" y="4072689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86" name="Thema 8">
            <a:extLst>
              <a:ext uri="{FF2B5EF4-FFF2-40B4-BE49-F238E27FC236}">
                <a16:creationId xmlns:a16="http://schemas.microsoft.com/office/drawing/2014/main" id="{DEB7B7BA-4EF3-4596-A8B9-6AF9FA83C6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73464" y="3291126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7" name="Zahl Thema 8">
            <a:extLst>
              <a:ext uri="{FF2B5EF4-FFF2-40B4-BE49-F238E27FC236}">
                <a16:creationId xmlns:a16="http://schemas.microsoft.com/office/drawing/2014/main" id="{8B5B5752-05E3-4E86-89B5-81394C15F4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76000" y="3291126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82" name="Thema 7">
            <a:extLst>
              <a:ext uri="{FF2B5EF4-FFF2-40B4-BE49-F238E27FC236}">
                <a16:creationId xmlns:a16="http://schemas.microsoft.com/office/drawing/2014/main" id="{ECB4B40B-F372-42B2-A209-9BCB1059062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73464" y="2509563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3" name="Zahl Thema 7">
            <a:extLst>
              <a:ext uri="{FF2B5EF4-FFF2-40B4-BE49-F238E27FC236}">
                <a16:creationId xmlns:a16="http://schemas.microsoft.com/office/drawing/2014/main" id="{B198888A-6AE9-48B6-99AF-A970F8D311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76000" y="2509563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81" name="Thema 6">
            <a:extLst>
              <a:ext uri="{FF2B5EF4-FFF2-40B4-BE49-F238E27FC236}">
                <a16:creationId xmlns:a16="http://schemas.microsoft.com/office/drawing/2014/main" id="{B486ACC7-67B9-4B39-9EBF-88C3C35A4D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73464" y="1728000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0" name="Zahl Thema 6">
            <a:extLst>
              <a:ext uri="{FF2B5EF4-FFF2-40B4-BE49-F238E27FC236}">
                <a16:creationId xmlns:a16="http://schemas.microsoft.com/office/drawing/2014/main" id="{E307C616-82CC-4ADA-AE7F-E4DF024560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6000" y="1728000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79" name="Thema 5">
            <a:extLst>
              <a:ext uri="{FF2B5EF4-FFF2-40B4-BE49-F238E27FC236}">
                <a16:creationId xmlns:a16="http://schemas.microsoft.com/office/drawing/2014/main" id="{5676FF1B-A5EC-4512-842C-E5CA0050FD8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62642" y="4854251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8" name="Zahl Thema 5">
            <a:extLst>
              <a:ext uri="{FF2B5EF4-FFF2-40B4-BE49-F238E27FC236}">
                <a16:creationId xmlns:a16="http://schemas.microsoft.com/office/drawing/2014/main" id="{A4D68514-EBB8-4602-81C1-9A5D352969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9400" y="4854251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77" name="Thema 4">
            <a:extLst>
              <a:ext uri="{FF2B5EF4-FFF2-40B4-BE49-F238E27FC236}">
                <a16:creationId xmlns:a16="http://schemas.microsoft.com/office/drawing/2014/main" id="{3D37BC6F-D5CD-478E-BB54-34CB4BB84C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2642" y="4072689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6" name="Zahl Thema 4">
            <a:extLst>
              <a:ext uri="{FF2B5EF4-FFF2-40B4-BE49-F238E27FC236}">
                <a16:creationId xmlns:a16="http://schemas.microsoft.com/office/drawing/2014/main" id="{84A15981-DDE4-4111-85F8-DBD9D59082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9400" y="4072689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75" name="Thema 3">
            <a:extLst>
              <a:ext uri="{FF2B5EF4-FFF2-40B4-BE49-F238E27FC236}">
                <a16:creationId xmlns:a16="http://schemas.microsoft.com/office/drawing/2014/main" id="{20D0653C-5C34-4011-9A8C-EA212508A3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2642" y="3291126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4" name="Zahl Thema 3">
            <a:extLst>
              <a:ext uri="{FF2B5EF4-FFF2-40B4-BE49-F238E27FC236}">
                <a16:creationId xmlns:a16="http://schemas.microsoft.com/office/drawing/2014/main" id="{719C4090-1909-4C92-9601-6C7EE6377D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9400" y="3291126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71" name="Thema 2">
            <a:extLst>
              <a:ext uri="{FF2B5EF4-FFF2-40B4-BE49-F238E27FC236}">
                <a16:creationId xmlns:a16="http://schemas.microsoft.com/office/drawing/2014/main" id="{F4A45600-E5D3-4BCB-99B4-7B6ED053EF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2642" y="2509563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0" name="Zahl Thema 2">
            <a:extLst>
              <a:ext uri="{FF2B5EF4-FFF2-40B4-BE49-F238E27FC236}">
                <a16:creationId xmlns:a16="http://schemas.microsoft.com/office/drawing/2014/main" id="{46686522-ADC7-4AB0-8104-D7BFD494AC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400" y="2509563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40" name="Thema 1">
            <a:extLst>
              <a:ext uri="{FF2B5EF4-FFF2-40B4-BE49-F238E27FC236}">
                <a16:creationId xmlns:a16="http://schemas.microsoft.com/office/drawing/2014/main" id="{41C038E3-A911-4FFC-8F4E-9A1653D7B4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2642" y="1728000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9" name="Zahl Thema 1">
            <a:extLst>
              <a:ext uri="{FF2B5EF4-FFF2-40B4-BE49-F238E27FC236}">
                <a16:creationId xmlns:a16="http://schemas.microsoft.com/office/drawing/2014/main" id="{E2ADF3CF-F60D-4ECF-8E7F-2DD46C6380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400" y="1728000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Gliederung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FA1D8E86-48B3-E816-82F0-8ACCB5C820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1B55D9B1-6938-AFAF-346B-965D43342A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162862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CD8CBF-B7AC-48B2-BDFF-74D2CFF5B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1728000"/>
            <a:ext cx="91584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0F48DE78-FCE3-AAE7-2C8B-2D4140448A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20.07.2026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4C8AE983-E700-9F1D-EE99-D456A92F9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2042231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7CDE787C-B484-481E-84CF-7E94E81D5B0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616530"/>
            <a:ext cx="7642812" cy="2516885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3124788"/>
            <a:ext cx="7642812" cy="2516885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SmartArt-Platzhalter 14">
            <a:extLst>
              <a:ext uri="{FF2B5EF4-FFF2-40B4-BE49-F238E27FC236}">
                <a16:creationId xmlns:a16="http://schemas.microsoft.com/office/drawing/2014/main" id="{861189CF-B82F-42F8-9B1E-3E5A50EC559C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10877358" y="358969"/>
            <a:ext cx="950656" cy="73707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9735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warm grey"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BC706C0E-3E99-43D1-A3F5-7E7AF3744A83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91181"/>
            <a:ext cx="9896808" cy="140603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3597219"/>
            <a:ext cx="4255132" cy="2622606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20000" b="1">
                <a:solidFill>
                  <a:schemeClr val="accent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01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0778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folie farbi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91181"/>
            <a:ext cx="9896808" cy="140603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3597219"/>
            <a:ext cx="4255132" cy="2622606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200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01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0A000BE-D89F-4CF2-9153-4F676346A0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7358" y="358969"/>
            <a:ext cx="950656" cy="737079"/>
          </a:xfrm>
          <a:prstGeom prst="rect">
            <a:avLst/>
          </a:prstGeom>
        </p:spPr>
      </p:pic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951B6F9D-DB24-44F1-8ACB-F1C8797BDAFF}"/>
              </a:ext>
            </a:extLst>
          </p:cNvPr>
          <p:cNvSpPr/>
          <p:nvPr userDrawn="1"/>
        </p:nvSpPr>
        <p:spPr>
          <a:xfrm>
            <a:off x="8212024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7981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BC706C0E-3E99-43D1-A3F5-7E7AF3744A83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91181"/>
            <a:ext cx="9896808" cy="140603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3597219"/>
            <a:ext cx="4255132" cy="2622606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20000" b="1">
                <a:solidFill>
                  <a:schemeClr val="accent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FA5BE219-D217-4C6A-423B-1420FC407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1D257A07-4D71-A3F0-EA4C-B16D733B2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3830544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Statements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329132"/>
            <a:ext cx="11472946" cy="3980844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88AD4846-DF0E-F7DC-B779-40736A5B02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BF6C5F2-7C5B-01BD-2A39-609D9C28F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1259107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folie Statements, Farb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8212024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329132"/>
            <a:ext cx="11472946" cy="3980844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BB8731D-4AC9-4D2E-9335-0D0C7773E2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7358" y="358969"/>
            <a:ext cx="950656" cy="73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04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, 1/2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210823F-C337-45F6-8F6B-044DECDD1A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9" y="0"/>
            <a:ext cx="6096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53676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1728000"/>
            <a:ext cx="53676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15" name="SmartArt-Platzhalter 14">
            <a:extLst>
              <a:ext uri="{FF2B5EF4-FFF2-40B4-BE49-F238E27FC236}">
                <a16:creationId xmlns:a16="http://schemas.microsoft.com/office/drawing/2014/main" id="{1542430D-7D46-45F4-82FB-B364BE702A78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10877358" y="358969"/>
            <a:ext cx="950656" cy="73707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518128D0-8B12-8123-C40E-4514BBE8A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68497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0A653920-3840-4C7B-E6AF-4FDF182F1B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4315414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27128504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, 1/3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1728000"/>
            <a:ext cx="7520556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8200" y="1728000"/>
            <a:ext cx="3584400" cy="4230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4BAC2144-94D4-6D8A-09E8-D74D0C0138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D833DA4B-8F97-93AA-8744-9479FD1A7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340754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/3 Text, 1/3 Bild im An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1728000"/>
            <a:ext cx="7520556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8200" y="1728000"/>
            <a:ext cx="3943800" cy="4230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0B736549-604D-8A12-52C2-3CE2C7930A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D2620FD4-1E87-2DB2-995E-D1ECB6BEF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274528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1 Inhalt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7269AF68-988A-4253-A129-3A4AAE090308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rgbClr val="E6E3E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358969"/>
            <a:ext cx="91584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11897A1-EA56-4E00-87BD-78D97639AC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9400" y="1728000"/>
            <a:ext cx="91584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B774B464-D0A5-FF4E-BF4C-060D0E523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EE0E8A12-E39D-AC12-0184-CBBA3E63D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40512226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e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Diagrammplatzhalter 8">
            <a:extLst>
              <a:ext uri="{FF2B5EF4-FFF2-40B4-BE49-F238E27FC236}">
                <a16:creationId xmlns:a16="http://schemas.microsoft.com/office/drawing/2014/main" id="{255DC5E6-3687-4930-935D-6959AEFDD58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2047627" y="1944000"/>
            <a:ext cx="3868373" cy="3204000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0DA6BB21-4596-46E1-A515-1F684F164C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47627" y="5212773"/>
            <a:ext cx="3868373" cy="738842"/>
          </a:xfrm>
        </p:spPr>
        <p:txBody>
          <a:bodyPr/>
          <a:lstStyle>
            <a:lvl1pPr algn="ctr">
              <a:spcBef>
                <a:spcPts val="0"/>
              </a:spcBef>
              <a:defRPr sz="14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03911FAF-8E7F-48D9-B333-619FD953D2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76000" y="5212773"/>
            <a:ext cx="3868373" cy="738842"/>
          </a:xfrm>
        </p:spPr>
        <p:txBody>
          <a:bodyPr/>
          <a:lstStyle>
            <a:lvl1pPr algn="ctr">
              <a:spcBef>
                <a:spcPts val="0"/>
              </a:spcBef>
              <a:defRPr sz="14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Diagrammplatzhalter 8">
            <a:extLst>
              <a:ext uri="{FF2B5EF4-FFF2-40B4-BE49-F238E27FC236}">
                <a16:creationId xmlns:a16="http://schemas.microsoft.com/office/drawing/2014/main" id="{82F84FDF-40D0-4981-B1F5-E20639CEDD2E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276000" y="1944000"/>
            <a:ext cx="3868373" cy="3204000"/>
          </a:xfrm>
        </p:spPr>
        <p:txBody>
          <a:bodyPr/>
          <a:lstStyle/>
          <a:p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B56BD7DF-D3F8-4249-ED9A-656605A30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2D957E07-FA7D-00E4-F81F-F349B9475A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2307548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9999" y="2874044"/>
            <a:ext cx="9158400" cy="2325712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59999" y="1728000"/>
            <a:ext cx="9158400" cy="780950"/>
          </a:xfrm>
        </p:spPr>
        <p:txBody>
          <a:bodyPr/>
          <a:lstStyle/>
          <a:p>
            <a:endParaRPr lang="de-DE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5"/>
            <a:ext cx="9158400" cy="494333"/>
          </a:xfrm>
        </p:spPr>
        <p:txBody>
          <a:bodyPr anchor="b"/>
          <a:lstStyle>
            <a:lvl1pPr algn="l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A421DB95-AAB9-F03D-AC58-AF71FE0221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AB31D063-1102-0A4E-CA05-4476EBFB0F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4111989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auf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9999" y="2874044"/>
            <a:ext cx="9158400" cy="2325712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59999" y="1728000"/>
            <a:ext cx="9158400" cy="780950"/>
          </a:xfrm>
        </p:spPr>
        <p:txBody>
          <a:bodyPr/>
          <a:lstStyle/>
          <a:p>
            <a:endParaRPr lang="de-DE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5"/>
            <a:ext cx="9158400" cy="494333"/>
          </a:xfrm>
        </p:spPr>
        <p:txBody>
          <a:bodyPr anchor="b"/>
          <a:lstStyle>
            <a:lvl1pPr algn="l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F0190861-E54A-9EAD-DE47-37428828CD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14A812D4-3677-38CD-4892-A63154565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19172641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und Text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60000" y="2874044"/>
            <a:ext cx="7528801" cy="2325712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60000" y="1728000"/>
            <a:ext cx="7528801" cy="780950"/>
          </a:xfrm>
        </p:spPr>
        <p:txBody>
          <a:bodyPr/>
          <a:lstStyle/>
          <a:p>
            <a:endParaRPr lang="de-DE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4"/>
            <a:ext cx="7528802" cy="493200"/>
          </a:xfrm>
        </p:spPr>
        <p:txBody>
          <a:bodyPr anchor="b"/>
          <a:lstStyle>
            <a:lvl1pPr algn="l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96CA32A-ADBA-47A3-8757-69DCD77F6E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8800" y="1728000"/>
            <a:ext cx="35844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2FBEE152-EDF5-90EC-9FD7-6D3C70FA77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E7D0CC61-209F-568C-89D6-23B3A5FC4F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3435398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und Text auf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60000" y="2874044"/>
            <a:ext cx="7528801" cy="2325712"/>
          </a:xfrm>
        </p:spPr>
        <p:txBody>
          <a:bodyPr/>
          <a:lstStyle>
            <a:lvl1pPr>
              <a:defRPr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60000" y="1728000"/>
            <a:ext cx="7528801" cy="780950"/>
          </a:xfrm>
        </p:spPr>
        <p:txBody>
          <a:bodyPr/>
          <a:lstStyle>
            <a:lvl1pPr>
              <a:defRPr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endParaRPr lang="de-DE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4"/>
            <a:ext cx="7528802" cy="493200"/>
          </a:xfrm>
        </p:spPr>
        <p:txBody>
          <a:bodyPr anchor="b"/>
          <a:lstStyle>
            <a:lvl1pPr algn="l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96CA32A-ADBA-47A3-8757-69DCD77F6E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8800" y="1728000"/>
            <a:ext cx="35844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FF89B70E-FD1A-55C6-6F0A-A6D44978F3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0D20E58A-8EEA-9A92-3EDA-66CD4D8A5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14647360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000F0B-E229-41CB-A4F2-F8C9A639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AD5931-23CA-4583-B798-7C917D232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56005E4B-63EA-BD82-0400-20A8B2178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E67B0677-8ADB-0216-DF46-617E3C51E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14532709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FDE75B-FF1F-416F-A307-21032D741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Datumsplatzhalter 3">
            <a:extLst>
              <a:ext uri="{FF2B5EF4-FFF2-40B4-BE49-F238E27FC236}">
                <a16:creationId xmlns:a16="http://schemas.microsoft.com/office/drawing/2014/main" id="{02378864-6FF9-B4E3-E785-4390023F31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98A80BBB-BBEE-889E-8B0E-2E31C79B5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27005264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48E321B-0FFD-42B0-B89F-0A148F81F82A}"/>
              </a:ext>
            </a:extLst>
          </p:cNvPr>
          <p:cNvSpPr txBox="1"/>
          <p:nvPr userDrawn="1"/>
        </p:nvSpPr>
        <p:spPr>
          <a:xfrm>
            <a:off x="360000" y="1891862"/>
            <a:ext cx="7455532" cy="2081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4800" b="1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Vielen Dank für Ihre </a:t>
            </a:r>
            <a:br>
              <a:rPr lang="de-DE" sz="4800" b="1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</a:br>
            <a:r>
              <a:rPr lang="de-DE" sz="4800" b="1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Aufmerksamkeit!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089409A-B58C-4672-A297-06D68AFA2F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881435"/>
            <a:ext cx="4630928" cy="127202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200" b="1"/>
            </a:lvl2pPr>
            <a:lvl3pPr marL="0" indent="0">
              <a:lnSpc>
                <a:spcPct val="100000"/>
              </a:lnSpc>
              <a:buNone/>
              <a:defRPr sz="1200" b="1">
                <a:solidFill>
                  <a:srgbClr val="2C2E2E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rgbClr val="2C2E2E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rgbClr val="2C2E2E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rgbClr val="2C2E2E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rgbClr val="2C2E2E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rgbClr val="2C2E2E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776034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Farb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feld 11">
            <a:extLst>
              <a:ext uri="{FF2B5EF4-FFF2-40B4-BE49-F238E27FC236}">
                <a16:creationId xmlns:a16="http://schemas.microsoft.com/office/drawing/2014/main" id="{148E321B-0FFD-42B0-B89F-0A148F81F82A}"/>
              </a:ext>
            </a:extLst>
          </p:cNvPr>
          <p:cNvSpPr txBox="1"/>
          <p:nvPr userDrawn="1"/>
        </p:nvSpPr>
        <p:spPr>
          <a:xfrm>
            <a:off x="360000" y="1891862"/>
            <a:ext cx="7455532" cy="2081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48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Vielen Dank für Ihre </a:t>
            </a:r>
            <a:br>
              <a:rPr lang="de-DE" sz="48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</a:br>
            <a:r>
              <a:rPr lang="de-DE" sz="48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Aufmerksamkeit!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089409A-B58C-4672-A297-06D68AFA2F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881435"/>
            <a:ext cx="4630928" cy="12708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buNone/>
              <a:defRPr sz="1200" b="1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AD93ACF1-E5AA-4FCA-9C8B-47AAB1BA68EF}"/>
              </a:ext>
            </a:extLst>
          </p:cNvPr>
          <p:cNvSpPr/>
          <p:nvPr userDrawn="1"/>
        </p:nvSpPr>
        <p:spPr>
          <a:xfrm>
            <a:off x="8212024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E066742-228D-427F-905A-967890648B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7358" y="358969"/>
            <a:ext cx="950656" cy="73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7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72B7B4-27E0-4F7C-BEF9-A2BE5E461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737" y="6364924"/>
            <a:ext cx="68008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55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fld id="{075B144D-941B-4DFC-AF5F-0416193D12E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DB9242-2198-4F50-9940-0EBA7C6A7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10.07.2026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AD1664-878F-4F30-B2A4-1377B1AD9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CA1C0B-8B72-4C84-BAB1-FEBDDAC94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400" y="1728000"/>
            <a:ext cx="9157663" cy="423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err="1"/>
              <a:t>Copy</a:t>
            </a:r>
            <a:r>
              <a:rPr lang="de-DE"/>
              <a:t> 18 Pt.</a:t>
            </a:r>
          </a:p>
          <a:p>
            <a:pPr lvl="1"/>
            <a:r>
              <a:rPr lang="de-DE" err="1"/>
              <a:t>Copy</a:t>
            </a:r>
            <a:r>
              <a:rPr lang="de-DE"/>
              <a:t> mit </a:t>
            </a:r>
            <a:r>
              <a:rPr lang="de-DE" err="1"/>
              <a:t>Bulletpoint</a:t>
            </a:r>
            <a:r>
              <a:rPr lang="de-DE"/>
              <a:t> 18 Pt.</a:t>
            </a:r>
          </a:p>
          <a:p>
            <a:pPr lvl="2"/>
            <a:r>
              <a:rPr lang="de-DE" err="1"/>
              <a:t>Copy</a:t>
            </a:r>
            <a:r>
              <a:rPr lang="de-DE"/>
              <a:t> mit </a:t>
            </a:r>
            <a:r>
              <a:rPr lang="de-DE" err="1"/>
              <a:t>Bulletpoint</a:t>
            </a:r>
            <a:r>
              <a:rPr lang="de-DE"/>
              <a:t>, eingerückt 16 Pt.</a:t>
            </a:r>
          </a:p>
          <a:p>
            <a:pPr lvl="3"/>
            <a:r>
              <a:rPr lang="de-DE"/>
              <a:t>Zwischenüberschrift 20 Pt. </a:t>
            </a:r>
            <a:r>
              <a:rPr lang="de-DE" err="1"/>
              <a:t>Bold</a:t>
            </a:r>
            <a:endParaRPr lang="de-DE"/>
          </a:p>
          <a:p>
            <a:pPr lvl="4"/>
            <a:r>
              <a:rPr lang="de-DE"/>
              <a:t>Einleitungstext 20 Pt. </a:t>
            </a:r>
            <a:r>
              <a:rPr lang="de-DE" err="1"/>
              <a:t>Bold</a:t>
            </a:r>
            <a:endParaRPr lang="de-DE"/>
          </a:p>
          <a:p>
            <a:pPr lvl="5"/>
            <a:r>
              <a:rPr lang="de-DE" err="1"/>
              <a:t>Subline</a:t>
            </a:r>
            <a:r>
              <a:rPr lang="de-DE"/>
              <a:t> 24 Pt.</a:t>
            </a:r>
          </a:p>
          <a:p>
            <a:pPr lvl="6"/>
            <a:r>
              <a:rPr lang="de-DE"/>
              <a:t>Statements!</a:t>
            </a:r>
          </a:p>
          <a:p>
            <a:pPr lvl="7"/>
            <a:r>
              <a:rPr lang="de-DE"/>
              <a:t>SRH </a:t>
            </a:r>
          </a:p>
          <a:p>
            <a:pPr lvl="8"/>
            <a:r>
              <a:rPr lang="de-DE"/>
              <a:t>Quelle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B4C745-B760-4320-98AD-BE2F6A54E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57663" cy="83509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E5453D28-3A12-4B40-BDC5-01A066B0461A}"/>
              </a:ext>
            </a:extLst>
          </p:cNvPr>
          <p:cNvSpPr/>
          <p:nvPr/>
        </p:nvSpPr>
        <p:spPr>
          <a:xfrm>
            <a:off x="10878555" y="361156"/>
            <a:ext cx="948335" cy="733815"/>
          </a:xfrm>
          <a:custGeom>
            <a:avLst/>
            <a:gdLst>
              <a:gd name="connsiteX0" fmla="*/ 619905 w 948335"/>
              <a:gd name="connsiteY0" fmla="*/ 599045 h 733815"/>
              <a:gd name="connsiteX1" fmla="*/ 708360 w 948335"/>
              <a:gd name="connsiteY1" fmla="*/ 599045 h 733815"/>
              <a:gd name="connsiteX2" fmla="*/ 708360 w 948335"/>
              <a:gd name="connsiteY2" fmla="*/ 175 h 733815"/>
              <a:gd name="connsiteX3" fmla="*/ 619905 w 948335"/>
              <a:gd name="connsiteY3" fmla="*/ 175 h 733815"/>
              <a:gd name="connsiteX4" fmla="*/ 619905 w 948335"/>
              <a:gd name="connsiteY4" fmla="*/ 599045 h 733815"/>
              <a:gd name="connsiteX5" fmla="*/ 811823 w 948335"/>
              <a:gd name="connsiteY5" fmla="*/ 196963 h 733815"/>
              <a:gd name="connsiteX6" fmla="*/ 753805 w 948335"/>
              <a:gd name="connsiteY6" fmla="*/ 199399 h 733815"/>
              <a:gd name="connsiteX7" fmla="*/ 753805 w 948335"/>
              <a:gd name="connsiteY7" fmla="*/ 281323 h 733815"/>
              <a:gd name="connsiteX8" fmla="*/ 860105 w 948335"/>
              <a:gd name="connsiteY8" fmla="*/ 364907 h 733815"/>
              <a:gd name="connsiteX9" fmla="*/ 860105 w 948335"/>
              <a:gd name="connsiteY9" fmla="*/ 599045 h 733815"/>
              <a:gd name="connsiteX10" fmla="*/ 948560 w 948335"/>
              <a:gd name="connsiteY10" fmla="*/ 599045 h 733815"/>
              <a:gd name="connsiteX11" fmla="*/ 948560 w 948335"/>
              <a:gd name="connsiteY11" fmla="*/ 353981 h 733815"/>
              <a:gd name="connsiteX12" fmla="*/ 811823 w 948335"/>
              <a:gd name="connsiteY12" fmla="*/ 196963 h 733815"/>
              <a:gd name="connsiteX13" fmla="*/ 208777 w 948335"/>
              <a:gd name="connsiteY13" fmla="*/ 199800 h 733815"/>
              <a:gd name="connsiteX14" fmla="*/ 72849 w 948335"/>
              <a:gd name="connsiteY14" fmla="*/ 366560 h 733815"/>
              <a:gd name="connsiteX15" fmla="*/ 72849 w 948335"/>
              <a:gd name="connsiteY15" fmla="*/ 567022 h 733815"/>
              <a:gd name="connsiteX16" fmla="*/ 225 w 948335"/>
              <a:gd name="connsiteY16" fmla="*/ 651830 h 733815"/>
              <a:gd name="connsiteX17" fmla="*/ 225 w 948335"/>
              <a:gd name="connsiteY17" fmla="*/ 732932 h 733815"/>
              <a:gd name="connsiteX18" fmla="*/ 25376 w 948335"/>
              <a:gd name="connsiteY18" fmla="*/ 733742 h 733815"/>
              <a:gd name="connsiteX19" fmla="*/ 161297 w 948335"/>
              <a:gd name="connsiteY19" fmla="*/ 566989 h 733815"/>
              <a:gd name="connsiteX20" fmla="*/ 161297 w 948335"/>
              <a:gd name="connsiteY20" fmla="*/ 366527 h 733815"/>
              <a:gd name="connsiteX21" fmla="*/ 233520 w 948335"/>
              <a:gd name="connsiteY21" fmla="*/ 281732 h 733815"/>
              <a:gd name="connsiteX22" fmla="*/ 233520 w 948335"/>
              <a:gd name="connsiteY22" fmla="*/ 200209 h 733815"/>
              <a:gd name="connsiteX23" fmla="*/ 208777 w 948335"/>
              <a:gd name="connsiteY23" fmla="*/ 199800 h 733815"/>
              <a:gd name="connsiteX24" fmla="*/ 480210 w 948335"/>
              <a:gd name="connsiteY24" fmla="*/ 199800 h 733815"/>
              <a:gd name="connsiteX25" fmla="*/ 344283 w 948335"/>
              <a:gd name="connsiteY25" fmla="*/ 366560 h 733815"/>
              <a:gd name="connsiteX26" fmla="*/ 344283 w 948335"/>
              <a:gd name="connsiteY26" fmla="*/ 599045 h 733815"/>
              <a:gd name="connsiteX27" fmla="*/ 432731 w 948335"/>
              <a:gd name="connsiteY27" fmla="*/ 599045 h 733815"/>
              <a:gd name="connsiteX28" fmla="*/ 432731 w 948335"/>
              <a:gd name="connsiteY28" fmla="*/ 366527 h 733815"/>
              <a:gd name="connsiteX29" fmla="*/ 505362 w 948335"/>
              <a:gd name="connsiteY29" fmla="*/ 281732 h 733815"/>
              <a:gd name="connsiteX30" fmla="*/ 505362 w 948335"/>
              <a:gd name="connsiteY30" fmla="*/ 200209 h 733815"/>
              <a:gd name="connsiteX31" fmla="*/ 480210 w 948335"/>
              <a:gd name="connsiteY31" fmla="*/ 199800 h 73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48335" h="733815">
                <a:moveTo>
                  <a:pt x="619905" y="599045"/>
                </a:moveTo>
                <a:lnTo>
                  <a:pt x="708360" y="599045"/>
                </a:lnTo>
                <a:lnTo>
                  <a:pt x="708360" y="175"/>
                </a:lnTo>
                <a:lnTo>
                  <a:pt x="619905" y="175"/>
                </a:lnTo>
                <a:lnTo>
                  <a:pt x="619905" y="599045"/>
                </a:lnTo>
                <a:close/>
                <a:moveTo>
                  <a:pt x="811823" y="196963"/>
                </a:moveTo>
                <a:cubicBezTo>
                  <a:pt x="795196" y="196154"/>
                  <a:pt x="774500" y="196963"/>
                  <a:pt x="753805" y="199399"/>
                </a:cubicBezTo>
                <a:lnTo>
                  <a:pt x="753805" y="281323"/>
                </a:lnTo>
                <a:cubicBezTo>
                  <a:pt x="831702" y="281323"/>
                  <a:pt x="860105" y="292732"/>
                  <a:pt x="860105" y="364907"/>
                </a:cubicBezTo>
                <a:lnTo>
                  <a:pt x="860105" y="599045"/>
                </a:lnTo>
                <a:lnTo>
                  <a:pt x="948560" y="599045"/>
                </a:lnTo>
                <a:lnTo>
                  <a:pt x="948560" y="353981"/>
                </a:lnTo>
                <a:cubicBezTo>
                  <a:pt x="948560" y="263505"/>
                  <a:pt x="897033" y="200209"/>
                  <a:pt x="811823" y="196963"/>
                </a:cubicBezTo>
                <a:close/>
                <a:moveTo>
                  <a:pt x="208777" y="199800"/>
                </a:moveTo>
                <a:cubicBezTo>
                  <a:pt x="114634" y="204671"/>
                  <a:pt x="72849" y="267152"/>
                  <a:pt x="72849" y="366560"/>
                </a:cubicBezTo>
                <a:lnTo>
                  <a:pt x="72849" y="567022"/>
                </a:lnTo>
                <a:cubicBezTo>
                  <a:pt x="72849" y="625455"/>
                  <a:pt x="61073" y="650613"/>
                  <a:pt x="225" y="651830"/>
                </a:cubicBezTo>
                <a:lnTo>
                  <a:pt x="225" y="732932"/>
                </a:lnTo>
                <a:cubicBezTo>
                  <a:pt x="7525" y="734156"/>
                  <a:pt x="19288" y="734156"/>
                  <a:pt x="25376" y="733742"/>
                </a:cubicBezTo>
                <a:cubicBezTo>
                  <a:pt x="119907" y="728068"/>
                  <a:pt x="161297" y="665179"/>
                  <a:pt x="161297" y="566989"/>
                </a:cubicBezTo>
                <a:lnTo>
                  <a:pt x="161297" y="366527"/>
                </a:lnTo>
                <a:cubicBezTo>
                  <a:pt x="161297" y="307693"/>
                  <a:pt x="172257" y="282943"/>
                  <a:pt x="233520" y="281732"/>
                </a:cubicBezTo>
                <a:lnTo>
                  <a:pt x="233520" y="200209"/>
                </a:lnTo>
                <a:cubicBezTo>
                  <a:pt x="226622" y="199399"/>
                  <a:pt x="214859" y="199399"/>
                  <a:pt x="208777" y="199800"/>
                </a:cubicBezTo>
                <a:close/>
                <a:moveTo>
                  <a:pt x="480210" y="199800"/>
                </a:moveTo>
                <a:cubicBezTo>
                  <a:pt x="386483" y="204671"/>
                  <a:pt x="344283" y="267560"/>
                  <a:pt x="344283" y="366560"/>
                </a:cubicBezTo>
                <a:lnTo>
                  <a:pt x="344283" y="599045"/>
                </a:lnTo>
                <a:lnTo>
                  <a:pt x="432731" y="599045"/>
                </a:lnTo>
                <a:lnTo>
                  <a:pt x="432731" y="366527"/>
                </a:lnTo>
                <a:cubicBezTo>
                  <a:pt x="432731" y="308094"/>
                  <a:pt x="444507" y="282943"/>
                  <a:pt x="505362" y="281732"/>
                </a:cubicBezTo>
                <a:lnTo>
                  <a:pt x="505362" y="200209"/>
                </a:lnTo>
                <a:cubicBezTo>
                  <a:pt x="498055" y="199399"/>
                  <a:pt x="486292" y="199399"/>
                  <a:pt x="480210" y="199800"/>
                </a:cubicBezTo>
                <a:close/>
              </a:path>
            </a:pathLst>
          </a:custGeom>
          <a:solidFill>
            <a:schemeClr val="accent1"/>
          </a:solidFill>
          <a:ln w="6638" cap="flat">
            <a:noFill/>
            <a:prstDash val="solid"/>
            <a:round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866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49" r:id="rId2"/>
    <p:sldLayoutId id="2147483676" r:id="rId3"/>
    <p:sldLayoutId id="2147483650" r:id="rId4"/>
    <p:sldLayoutId id="2147483651" r:id="rId5"/>
    <p:sldLayoutId id="2147483666" r:id="rId6"/>
    <p:sldLayoutId id="2147483686" r:id="rId7"/>
    <p:sldLayoutId id="2147483667" r:id="rId8"/>
    <p:sldLayoutId id="2147483664" r:id="rId9"/>
    <p:sldLayoutId id="2147483665" r:id="rId10"/>
    <p:sldLayoutId id="2147483661" r:id="rId11"/>
    <p:sldLayoutId id="2147483671" r:id="rId12"/>
    <p:sldLayoutId id="2147483672" r:id="rId13"/>
    <p:sldLayoutId id="2147483678" r:id="rId14"/>
    <p:sldLayoutId id="2147483673" r:id="rId15"/>
    <p:sldLayoutId id="2147483677" r:id="rId16"/>
    <p:sldLayoutId id="2147483683" r:id="rId17"/>
    <p:sldLayoutId id="2147483680" r:id="rId18"/>
    <p:sldLayoutId id="2147483684" r:id="rId19"/>
    <p:sldLayoutId id="2147483654" r:id="rId20"/>
    <p:sldLayoutId id="2147483655" r:id="rId21"/>
    <p:sldLayoutId id="2147483681" r:id="rId22"/>
    <p:sldLayoutId id="2147483682" r:id="rId2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1" kern="1200">
          <a:solidFill>
            <a:schemeClr val="tx1"/>
          </a:solidFill>
          <a:latin typeface="SRH Headline" panose="020B0603020204020204" pitchFamily="34" charset="0"/>
          <a:ea typeface="SRH Headline" panose="020B0603020204020204" pitchFamily="34" charset="0"/>
          <a:cs typeface="SRH Headline" panose="020B060302020402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200"/>
        </a:spcBef>
        <a:buFont typeface="Arial" panose="020B0604020202020204" pitchFamily="34" charset="0"/>
        <a:buNone/>
        <a:defRPr sz="1800" b="0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1pPr>
      <a:lvl2pPr marL="360000" indent="-360000" algn="l" defTabSz="9144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Clr>
          <a:schemeClr val="accent1"/>
        </a:buClr>
        <a:buFont typeface="SRH" panose="020B0503020204020204" pitchFamily="34" charset="0"/>
        <a:buChar char="—"/>
        <a:defRPr sz="1800" b="0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2pPr>
      <a:lvl3pPr marL="720000" indent="-360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SRH" panose="020B0503020204020204" pitchFamily="34" charset="0"/>
        <a:buChar char="—"/>
        <a:defRPr sz="1600" b="0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3pPr>
      <a:lvl4pPr marL="0" indent="0" algn="l" defTabSz="914400" rtl="0" eaLnBrk="1" latinLnBrk="0" hangingPunct="1">
        <a:lnSpc>
          <a:spcPct val="110000"/>
        </a:lnSpc>
        <a:spcBef>
          <a:spcPts val="2400"/>
        </a:spcBef>
        <a:buFont typeface="SRH" panose="020B0503020204020204" pitchFamily="34" charset="0"/>
        <a:buNone/>
        <a:defRPr sz="2000" b="1" kern="1200">
          <a:solidFill>
            <a:schemeClr val="accent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4pPr>
      <a:lvl5pPr marL="0" indent="0" algn="l" defTabSz="914400" rtl="0" eaLnBrk="1" latinLnBrk="0" hangingPunct="1">
        <a:lnSpc>
          <a:spcPct val="110000"/>
        </a:lnSpc>
        <a:spcBef>
          <a:spcPts val="1200"/>
        </a:spcBef>
        <a:buFont typeface="SRH" panose="020B0503020204020204" pitchFamily="34" charset="0"/>
        <a:buNone/>
        <a:defRPr sz="2000" b="1" kern="1200">
          <a:solidFill>
            <a:schemeClr val="tx1"/>
          </a:solidFill>
          <a:latin typeface="SRH Headline" panose="020B0603020204020204" pitchFamily="34" charset="0"/>
          <a:ea typeface="SRH Headline" panose="020B0603020204020204" pitchFamily="34" charset="0"/>
          <a:cs typeface="SRH Headline" panose="020B0603020204020204" pitchFamily="34" charset="0"/>
        </a:defRPr>
      </a:lvl5pPr>
      <a:lvl6pPr marL="0" indent="0" algn="l" defTabSz="914400" rtl="0" eaLnBrk="1" latinLnBrk="0" hangingPunct="1">
        <a:lnSpc>
          <a:spcPct val="110000"/>
        </a:lnSpc>
        <a:spcBef>
          <a:spcPts val="1200"/>
        </a:spcBef>
        <a:buFont typeface="Arial" panose="020B0604020202020204" pitchFamily="34" charset="0"/>
        <a:buNone/>
        <a:defRPr sz="2400" b="0" kern="1200">
          <a:solidFill>
            <a:schemeClr val="tx1"/>
          </a:solidFill>
          <a:latin typeface="SRH Headline" panose="020B0603020204020204" pitchFamily="34" charset="0"/>
          <a:ea typeface="SRH Headline" panose="020B0603020204020204" pitchFamily="34" charset="0"/>
          <a:cs typeface="SRH Headline" panose="020B0603020204020204" pitchFamily="34" charset="0"/>
        </a:defRPr>
      </a:lvl6pPr>
      <a:lvl7pPr marL="0" indent="0" algn="l" defTabSz="914400" rtl="0" eaLnBrk="1" latinLnBrk="0" hangingPunct="1">
        <a:lnSpc>
          <a:spcPct val="98000"/>
        </a:lnSpc>
        <a:spcBef>
          <a:spcPts val="1200"/>
        </a:spcBef>
        <a:buFont typeface="Arial" panose="020B0604020202020204" pitchFamily="34" charset="0"/>
        <a:buNone/>
        <a:defRPr sz="4800" b="1" kern="1200">
          <a:solidFill>
            <a:schemeClr val="accent1"/>
          </a:solidFill>
          <a:latin typeface="SRH Headline" panose="020B0603020204020204" pitchFamily="34" charset="0"/>
          <a:ea typeface="SRH Headline" panose="020B0603020204020204" pitchFamily="34" charset="0"/>
          <a:cs typeface="SRH Headline" panose="020B0603020204020204" pitchFamily="34" charset="0"/>
        </a:defRPr>
      </a:lvl7pPr>
      <a:lvl8pPr marL="0" indent="0" algn="l" defTabSz="914400" rtl="0" eaLnBrk="1" latinLnBrk="0" hangingPunct="1">
        <a:lnSpc>
          <a:spcPct val="98000"/>
        </a:lnSpc>
        <a:spcBef>
          <a:spcPts val="120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8pPr>
      <a:lvl9pPr marL="0" indent="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None/>
        <a:defRPr sz="1200" b="0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26" userDrawn="1">
          <p15:clr>
            <a:srgbClr val="F26B43"/>
          </p15:clr>
        </p15:guide>
        <p15:guide id="4" pos="7453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orient="horz" pos="4320" userDrawn="1">
          <p15:clr>
            <a:srgbClr val="F26B43"/>
          </p15:clr>
        </p15:guide>
        <p15:guide id="7" orient="horz" pos="1088" userDrawn="1">
          <p15:clr>
            <a:srgbClr val="F26B43"/>
          </p15:clr>
        </p15:guide>
        <p15:guide id="8" orient="horz" pos="3753" userDrawn="1">
          <p15:clr>
            <a:srgbClr val="F26B43"/>
          </p15:clr>
        </p15:guide>
        <p15:guide id="9" orient="horz" pos="690" userDrawn="1">
          <p15:clr>
            <a:srgbClr val="F26B43"/>
          </p15:clr>
        </p15:guide>
        <p15:guide id="10" pos="599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BB0378-C26E-AB17-21B7-398B7D1B9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Autonomous</a:t>
            </a:r>
            <a:r>
              <a:rPr lang="de-DE" dirty="0"/>
              <a:t> Compliance Sentinel</a:t>
            </a:r>
            <a:br>
              <a:rPr lang="de-DE" dirty="0"/>
            </a:br>
            <a:br>
              <a:rPr lang="de-DE" dirty="0"/>
            </a:br>
            <a:endParaRPr lang="de-DE" b="0" dirty="0"/>
          </a:p>
        </p:txBody>
      </p:sp>
    </p:spTree>
    <p:extLst>
      <p:ext uri="{BB962C8B-B14F-4D97-AF65-F5344CB8AC3E}">
        <p14:creationId xmlns:p14="http://schemas.microsoft.com/office/powerpoint/2010/main" val="4287810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4CB005-242E-53C8-653E-747450F35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RH"/>
              </a:rPr>
              <a:t>The starting point: Goal 2 looked excellent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9CF039-17F7-5BFE-3184-A1526BFF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2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BF11CB4-E512-2D0F-FB5F-5E9C36FB61C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 dirty="0"/>
              <a:t>20.07.2026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5810BE-606C-48D9-C335-D5289FBA5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F43001E5-B432-168F-CE51-E83B53AD4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1597370"/>
            <a:ext cx="9158400" cy="1367897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600" b="1" dirty="0">
                <a:solidFill>
                  <a:srgbClr val="575756"/>
                </a:solidFill>
                <a:latin typeface="SRH"/>
              </a:rPr>
              <a:t>The finding from Goal 3: the model did not learn what we thought </a:t>
            </a:r>
          </a:p>
          <a:p>
            <a:pPr lvl="1">
              <a:spcAft>
                <a:spcPts val="600"/>
              </a:spcAft>
            </a:pPr>
            <a:r>
              <a:rPr lang="de-DE" sz="1400" dirty="0">
                <a:solidFill>
                  <a:srgbClr val="575756"/>
                </a:solidFill>
                <a:latin typeface="SRH"/>
              </a:rPr>
              <a:t>Cause: label leak and too few meaningful violation phrasings</a:t>
            </a:r>
          </a:p>
          <a:p>
            <a:pPr marL="0" lvl="1" indent="0">
              <a:spcAft>
                <a:spcPts val="600"/>
              </a:spcAft>
              <a:buNone/>
            </a:pPr>
            <a:r>
              <a:rPr lang="de-DE" sz="1600" b="1" dirty="0">
                <a:solidFill>
                  <a:srgbClr val="575756"/>
                </a:solidFill>
                <a:latin typeface="SRH"/>
              </a:rPr>
              <a:t>The solution</a:t>
            </a:r>
          </a:p>
          <a:p>
            <a:pPr lvl="1">
              <a:spcAft>
                <a:spcPts val="600"/>
              </a:spcAft>
            </a:pPr>
            <a:endParaRPr sz="1600" b="1" dirty="0">
              <a:solidFill>
                <a:srgbClr val="00699A"/>
              </a:solidFill>
              <a:latin typeface="SRH"/>
            </a:endParaRPr>
          </a:p>
        </p:txBody>
      </p:sp>
      <p:graphicFrame>
        <p:nvGraphicFramePr>
          <p:cNvPr id="27" name="Table 3">
            <a:extLst>
              <a:ext uri="{FF2B5EF4-FFF2-40B4-BE49-F238E27FC236}">
                <a16:creationId xmlns:a16="http://schemas.microsoft.com/office/drawing/2014/main" id="{83BF9717-E838-418B-A78D-E3ABC3BDB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0757"/>
              </p:ext>
            </p:extLst>
          </p:nvPr>
        </p:nvGraphicFramePr>
        <p:xfrm>
          <a:off x="365760" y="3073036"/>
          <a:ext cx="930402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0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84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50" b="1" dirty="0">
                          <a:solidFill>
                            <a:srgbClr val="FFFFFF"/>
                          </a:solidFill>
                          <a:latin typeface="SRH"/>
                        </a:rPr>
                        <a:t>#</a:t>
                      </a:r>
                    </a:p>
                  </a:txBody>
                  <a:tcPr marL="73152" marR="73152" marT="18288" marB="18288" anchor="ctr">
                    <a:solidFill>
                      <a:srgbClr val="0069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dirty="0" err="1">
                          <a:solidFill>
                            <a:srgbClr val="FFFFFF"/>
                          </a:solidFill>
                          <a:latin typeface="SRH"/>
                        </a:rPr>
                        <a:t>Change</a:t>
                      </a:r>
                      <a:endParaRPr sz="1250" b="1" dirty="0">
                        <a:solidFill>
                          <a:srgbClr val="FFFFFF"/>
                        </a:solidFill>
                        <a:latin typeface="SRH"/>
                      </a:endParaRPr>
                    </a:p>
                  </a:txBody>
                  <a:tcPr marL="73152" marR="73152" marT="18288" marB="18288" anchor="ctr">
                    <a:solidFill>
                      <a:srgbClr val="0069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 dirty="0" err="1">
                          <a:solidFill>
                            <a:srgbClr val="FFFFFF"/>
                          </a:solidFill>
                          <a:latin typeface="SRH"/>
                        </a:rPr>
                        <a:t>Effect</a:t>
                      </a:r>
                      <a:endParaRPr sz="1250" b="1" dirty="0">
                        <a:solidFill>
                          <a:srgbClr val="FFFFFF"/>
                        </a:solidFill>
                        <a:latin typeface="SRH"/>
                      </a:endParaRPr>
                    </a:p>
                  </a:txBody>
                  <a:tcPr marL="73152" marR="73152" marT="18288" marB="18288" anchor="ctr">
                    <a:solidFill>
                      <a:srgbClr val="0069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75756"/>
                          </a:solidFill>
                          <a:latin typeface="SRH"/>
                        </a:rPr>
                        <a:t>1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575756"/>
                          </a:solidFill>
                          <a:latin typeface="SRH"/>
                        </a:rPr>
                        <a:t>Marker removed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575756"/>
                          </a:solidFill>
                          <a:latin typeface="SRH"/>
                        </a:rPr>
                        <a:t>The fixed prefix “This requirement is NOT met:”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75756"/>
                          </a:solidFill>
                          <a:latin typeface="SRH"/>
                        </a:rPr>
                        <a:t>2</a:t>
                      </a:r>
                    </a:p>
                  </a:txBody>
                  <a:tcPr marL="73152" marR="73152" marT="18288" marB="18288"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575756"/>
                          </a:solidFill>
                          <a:latin typeface="SRH"/>
                        </a:rPr>
                        <a:t>50 paraphrased violation phrasings per policy</a:t>
                      </a:r>
                      <a:br>
                        <a:rPr lang="de-DE" sz="1400" b="0" dirty="0">
                          <a:solidFill>
                            <a:srgbClr val="575756"/>
                          </a:solidFill>
                          <a:latin typeface="SRH"/>
                        </a:rPr>
                      </a:br>
                      <a:endParaRPr lang="de-DE" sz="1400" b="0" dirty="0">
                        <a:solidFill>
                          <a:srgbClr val="575756"/>
                        </a:solidFill>
                        <a:latin typeface="SRH"/>
                      </a:endParaRPr>
                    </a:p>
                  </a:txBody>
                  <a:tcPr marL="73152" marR="73152" marT="18288" marB="18288"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575756"/>
                          </a:solidFill>
                          <a:latin typeface="SRH"/>
                        </a:rPr>
                        <a:t>The same violation is described in many ways. No single sentence can serve as a label any more.</a:t>
                      </a:r>
                      <a:br>
                        <a:rPr lang="de-DE" sz="1400" b="0" dirty="0">
                          <a:solidFill>
                            <a:srgbClr val="575756"/>
                          </a:solidFill>
                          <a:latin typeface="SRH"/>
                        </a:rPr>
                      </a:br>
                      <a:endParaRPr lang="de-DE" sz="1400" b="0" dirty="0">
                        <a:solidFill>
                          <a:srgbClr val="575756"/>
                        </a:solidFill>
                        <a:latin typeface="SRH"/>
                      </a:endParaRPr>
                    </a:p>
                  </a:txBody>
                  <a:tcPr marL="73152" marR="73152" marT="18288" marB="18288">
                    <a:solidFill>
                      <a:srgbClr val="F2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75756"/>
                          </a:solidFill>
                          <a:latin typeface="SRH"/>
                        </a:rPr>
                        <a:t>3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575756"/>
                          </a:solidFill>
                          <a:latin typeface="SRH"/>
                        </a:rPr>
                        <a:t>Implicit cases added</a:t>
                      </a:r>
                      <a:endParaRPr sz="1400" b="0" dirty="0">
                        <a:solidFill>
                          <a:srgbClr val="575756"/>
                        </a:solidFill>
                        <a:latin typeface="SRH"/>
                      </a:endParaRP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575756"/>
                          </a:solidFill>
                          <a:latin typeface="SRH"/>
                        </a:rPr>
                        <a:t>Violations that are not stated outright but follow from the description.</a:t>
                      </a:r>
                      <a:br>
                        <a:rPr lang="de-DE" sz="1400" b="0" dirty="0">
                          <a:solidFill>
                            <a:srgbClr val="575756"/>
                          </a:solidFill>
                          <a:latin typeface="SRH"/>
                        </a:rPr>
                      </a:br>
                      <a:endParaRPr lang="de-DE" sz="1400" b="0" dirty="0">
                        <a:solidFill>
                          <a:srgbClr val="575756"/>
                        </a:solidFill>
                        <a:latin typeface="SRH"/>
                      </a:endParaRP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75756"/>
                          </a:solidFill>
                          <a:latin typeface="SRH"/>
                        </a:rPr>
                        <a:t>4</a:t>
                      </a:r>
                    </a:p>
                  </a:txBody>
                  <a:tcPr marL="73152" marR="73152" marT="18288" marB="18288"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575756"/>
                          </a:solidFill>
                          <a:latin typeface="SRH"/>
                        </a:rPr>
                        <a:t>Neutral context sentence in both classes</a:t>
                      </a:r>
                    </a:p>
                  </a:txBody>
                  <a:tcPr marL="73152" marR="73152" marT="18288" marB="18288"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575756"/>
                          </a:solidFill>
                          <a:latin typeface="SRH"/>
                        </a:rPr>
                        <a:t>Compliant and Red Flag share the same frame. The distinction now lies in the content alone.</a:t>
                      </a:r>
                      <a:br>
                        <a:rPr lang="de-DE" sz="1400" b="0" dirty="0">
                          <a:solidFill>
                            <a:srgbClr val="575756"/>
                          </a:solidFill>
                          <a:latin typeface="SRH"/>
                        </a:rPr>
                      </a:br>
                      <a:endParaRPr lang="de-DE" sz="1400" b="0" dirty="0">
                        <a:solidFill>
                          <a:srgbClr val="575756"/>
                        </a:solidFill>
                        <a:latin typeface="SRH"/>
                      </a:endParaRPr>
                    </a:p>
                  </a:txBody>
                  <a:tcPr marL="73152" marR="73152" marT="18288" marB="18288">
                    <a:solidFill>
                      <a:srgbClr val="F2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Textfeld 29">
            <a:extLst>
              <a:ext uri="{FF2B5EF4-FFF2-40B4-BE49-F238E27FC236}">
                <a16:creationId xmlns:a16="http://schemas.microsoft.com/office/drawing/2014/main" id="{A01464B6-6B98-0F94-4B56-AB78DCB08758}"/>
              </a:ext>
            </a:extLst>
          </p:cNvPr>
          <p:cNvSpPr txBox="1"/>
          <p:nvPr/>
        </p:nvSpPr>
        <p:spPr>
          <a:xfrm>
            <a:off x="7275783" y="1685250"/>
            <a:ext cx="46360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400" dirty="0"/>
              <a:t>Original Analysis in Goal 2</a:t>
            </a:r>
            <a:br>
              <a:rPr lang="de-DE" sz="1400" dirty="0"/>
            </a:br>
            <a:endParaRPr lang="de-DE" sz="1400" dirty="0"/>
          </a:p>
          <a:p>
            <a:pPr algn="ctr"/>
            <a:r>
              <a:rPr lang="de-DE" sz="1400" dirty="0">
                <a:solidFill>
                  <a:srgbClr val="DF4807"/>
                </a:solidFill>
              </a:rPr>
              <a:t>Recall 0.925  ·  Precision 0.939  ·  F1 0.932  ·  ROC-AUC 0.991</a:t>
            </a:r>
          </a:p>
        </p:txBody>
      </p:sp>
    </p:spTree>
    <p:extLst>
      <p:ext uri="{BB962C8B-B14F-4D97-AF65-F5344CB8AC3E}">
        <p14:creationId xmlns:p14="http://schemas.microsoft.com/office/powerpoint/2010/main" val="528463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EC9AD-F7E1-7962-33E6-B052A0347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62040D-8A8E-936F-974F-EA7BAB3DB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RH"/>
              </a:rPr>
              <a:t>All key comparison metrics at a glance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977DB8-1100-2EED-0F83-B4B600C9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3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580E1A-A7E8-AE75-1455-C2B0FA027FF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 dirty="0"/>
              <a:t>20.07.2026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5C6F916-0EA4-9A84-880F-FB86EE623A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5EFE2288-A456-D662-B191-E34CFB40F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747454"/>
              </p:ext>
            </p:extLst>
          </p:nvPr>
        </p:nvGraphicFramePr>
        <p:xfrm>
          <a:off x="360000" y="1695231"/>
          <a:ext cx="9715498" cy="4199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3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77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938"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FFFFFF"/>
                          </a:solidFill>
                          <a:latin typeface="SRH"/>
                        </a:rPr>
                        <a:t>Metric</a:t>
                      </a:r>
                      <a:endParaRPr sz="1200" b="1" dirty="0">
                        <a:solidFill>
                          <a:srgbClr val="FFFFFF"/>
                        </a:solidFill>
                        <a:latin typeface="SRH"/>
                      </a:endParaRPr>
                    </a:p>
                  </a:txBody>
                  <a:tcPr marL="73152" marR="73152" marT="18288" marB="18288" anchor="ctr">
                    <a:solidFill>
                      <a:srgbClr val="0069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SRH"/>
                        </a:rPr>
                        <a:t>Version 1</a:t>
                      </a:r>
                    </a:p>
                  </a:txBody>
                  <a:tcPr marL="73152" marR="73152" marT="18288" marB="18288" anchor="ctr">
                    <a:solidFill>
                      <a:srgbClr val="0069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RH"/>
                        </a:rPr>
                        <a:t>Version 2</a:t>
                      </a:r>
                    </a:p>
                  </a:txBody>
                  <a:tcPr marL="73152" marR="73152" marT="18288" marB="18288" anchor="ctr">
                    <a:solidFill>
                      <a:srgbClr val="0069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SRH"/>
                        </a:rPr>
                        <a:t>Assessment</a:t>
                      </a:r>
                    </a:p>
                  </a:txBody>
                  <a:tcPr marL="73152" marR="73152" marT="18288" marB="18288" anchor="ctr">
                    <a:solidFill>
                      <a:srgbClr val="0069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938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575756"/>
                          </a:solidFill>
                          <a:latin typeface="SRH"/>
                        </a:rPr>
                        <a:t>Recall (operating point 0.45)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75756"/>
                          </a:solidFill>
                          <a:latin typeface="SRH"/>
                        </a:rPr>
                        <a:t>0.925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75756"/>
                          </a:solidFill>
                          <a:latin typeface="SRH"/>
                        </a:rPr>
                        <a:t>0.851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75756"/>
                          </a:solidFill>
                          <a:latin typeface="SRH"/>
                        </a:rPr>
                        <a:t>slightly lower, still above the 0.80 target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938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575756"/>
                          </a:solidFill>
                          <a:latin typeface="SRH"/>
                        </a:rPr>
                        <a:t>Precision</a:t>
                      </a:r>
                    </a:p>
                  </a:txBody>
                  <a:tcPr marL="73152" marR="73152" marT="18288" marB="18288" anchor="ctr"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575756"/>
                          </a:solidFill>
                          <a:latin typeface="SRH"/>
                        </a:rPr>
                        <a:t>0.939</a:t>
                      </a:r>
                    </a:p>
                  </a:txBody>
                  <a:tcPr marL="73152" marR="73152" marT="18288" marB="18288" anchor="ctr"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75756"/>
                          </a:solidFill>
                          <a:latin typeface="SRH"/>
                        </a:rPr>
                        <a:t>0.671</a:t>
                      </a:r>
                    </a:p>
                  </a:txBody>
                  <a:tcPr marL="73152" marR="73152" marT="18288" marB="18288" anchor="ctr"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75756"/>
                          </a:solidFill>
                          <a:latin typeface="SRH"/>
                        </a:rPr>
                        <a:t>the honest price for removing the leak</a:t>
                      </a:r>
                    </a:p>
                  </a:txBody>
                  <a:tcPr marL="73152" marR="73152" marT="18288" marB="18288" anchor="ctr">
                    <a:solidFill>
                      <a:srgbClr val="F2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93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75756"/>
                          </a:solidFill>
                          <a:latin typeface="SRH"/>
                        </a:rPr>
                        <a:t>F1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575756"/>
                          </a:solidFill>
                          <a:latin typeface="SRH"/>
                        </a:rPr>
                        <a:t>0.932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75756"/>
                          </a:solidFill>
                          <a:latin typeface="SRH"/>
                        </a:rPr>
                        <a:t>0.750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75756"/>
                          </a:solidFill>
                          <a:latin typeface="SRH"/>
                        </a:rPr>
                        <a:t>expected consequence of the precision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93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75756"/>
                          </a:solidFill>
                          <a:latin typeface="SRH"/>
                        </a:rPr>
                        <a:t>ROC-AUC</a:t>
                      </a:r>
                    </a:p>
                  </a:txBody>
                  <a:tcPr marL="73152" marR="73152" marT="18288" marB="18288" anchor="ctr"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75756"/>
                          </a:solidFill>
                          <a:latin typeface="SRH"/>
                        </a:rPr>
                        <a:t>0.991</a:t>
                      </a:r>
                    </a:p>
                  </a:txBody>
                  <a:tcPr marL="73152" marR="73152" marT="18288" marB="18288" anchor="ctr"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575756"/>
                          </a:solidFill>
                          <a:latin typeface="SRH"/>
                        </a:rPr>
                        <a:t>0.901</a:t>
                      </a:r>
                    </a:p>
                  </a:txBody>
                  <a:tcPr marL="73152" marR="73152" marT="18288" marB="18288" anchor="ctr"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575756"/>
                          </a:solidFill>
                          <a:latin typeface="SRH"/>
                        </a:rPr>
                        <a:t>still a clear separation</a:t>
                      </a:r>
                    </a:p>
                  </a:txBody>
                  <a:tcPr marL="73152" marR="73152" marT="18288" marB="18288" anchor="ctr">
                    <a:solidFill>
                      <a:srgbClr val="F2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93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75756"/>
                          </a:solidFill>
                          <a:latin typeface="SRH"/>
                        </a:rPr>
                        <a:t>Cross-validation (recall)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75756"/>
                          </a:solidFill>
                          <a:latin typeface="SRH"/>
                        </a:rPr>
                        <a:t>0.964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575756"/>
                          </a:solidFill>
                          <a:latin typeface="SRH"/>
                        </a:rPr>
                        <a:t>0.937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75756"/>
                          </a:solidFill>
                          <a:latin typeface="SRH"/>
                        </a:rPr>
                        <a:t>stable across five folds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93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75756"/>
                          </a:solidFill>
                          <a:latin typeface="SRH"/>
                        </a:rPr>
                        <a:t>Missed violations (of 67)</a:t>
                      </a:r>
                    </a:p>
                  </a:txBody>
                  <a:tcPr marL="73152" marR="73152" marT="18288" marB="18288" anchor="ctr"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75756"/>
                          </a:solidFill>
                          <a:latin typeface="SRH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575756"/>
                          </a:solidFill>
                          <a:latin typeface="SRH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75756"/>
                          </a:solidFill>
                          <a:latin typeface="SRH"/>
                        </a:rPr>
                        <a:t>can be caught via threshold 0.40 (then 6)</a:t>
                      </a:r>
                    </a:p>
                  </a:txBody>
                  <a:tcPr marL="73152" marR="73152" marT="18288" marB="18288" anchor="ctr">
                    <a:solidFill>
                      <a:srgbClr val="F2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93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75756"/>
                          </a:solidFill>
                          <a:latin typeface="SRH"/>
                        </a:rPr>
                        <a:t>False alarms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75756"/>
                          </a:solidFill>
                          <a:latin typeface="SRH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575756"/>
                          </a:solidFill>
                          <a:latin typeface="SRH"/>
                        </a:rPr>
                        <a:t>28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575756"/>
                          </a:solidFill>
                          <a:latin typeface="SRH"/>
                        </a:rPr>
                        <a:t>the cost is borne by the human-in-the-loop gate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93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75756"/>
                          </a:solidFill>
                          <a:latin typeface="SRH"/>
                        </a:rPr>
                        <a:t>Ablation of the marker family</a:t>
                      </a:r>
                    </a:p>
                  </a:txBody>
                  <a:tcPr marL="73152" marR="73152" marT="18288" marB="18288" anchor="ctr"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575756"/>
                          </a:solidFill>
                          <a:latin typeface="SRH"/>
                        </a:rPr>
                        <a:t>0.991 → 0.586</a:t>
                      </a:r>
                    </a:p>
                  </a:txBody>
                  <a:tcPr marL="73152" marR="73152" marT="18288" marB="18288" anchor="ctr"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75756"/>
                          </a:solidFill>
                          <a:latin typeface="SRH"/>
                        </a:rPr>
                        <a:t>0.985 → 0.985</a:t>
                      </a:r>
                    </a:p>
                  </a:txBody>
                  <a:tcPr marL="73152" marR="73152" marT="18288" marB="18288" anchor="ctr"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575756"/>
                          </a:solidFill>
                          <a:latin typeface="SRH"/>
                        </a:rPr>
                        <a:t>leak closed</a:t>
                      </a:r>
                    </a:p>
                  </a:txBody>
                  <a:tcPr marL="73152" marR="73152" marT="18288" marB="18288" anchor="ctr"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938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575756"/>
                          </a:solidFill>
                          <a:latin typeface="SRH"/>
                        </a:rPr>
                        <a:t>Marker in the dataset</a:t>
                      </a:r>
                    </a:p>
                  </a:txBody>
                  <a:tcPr marL="73152" marR="73152" marT="18288" marB="18288" anchor="ctr"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575756"/>
                          </a:solidFill>
                          <a:latin typeface="SRH"/>
                        </a:rPr>
                        <a:t>11.6%</a:t>
                      </a:r>
                    </a:p>
                  </a:txBody>
                  <a:tcPr marL="73152" marR="73152" marT="18288" marB="18288" anchor="ctr"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575756"/>
                          </a:solidFill>
                          <a:latin typeface="SRH"/>
                        </a:rPr>
                        <a:t>0.0%</a:t>
                      </a:r>
                    </a:p>
                  </a:txBody>
                  <a:tcPr marL="73152" marR="73152" marT="18288" marB="18288" anchor="ctr"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575756"/>
                          </a:solidFill>
                          <a:latin typeface="SRH"/>
                        </a:rPr>
                        <a:t>root cause removed</a:t>
                      </a:r>
                    </a:p>
                  </a:txBody>
                  <a:tcPr marL="73152" marR="73152" marT="18288" marB="18288" anchor="ctr"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2777975"/>
      </p:ext>
    </p:extLst>
  </p:cSld>
  <p:clrMapOvr>
    <a:masterClrMapping/>
  </p:clrMapOvr>
</p:sld>
</file>

<file path=ppt/theme/theme1.xml><?xml version="1.0" encoding="utf-8"?>
<a:theme xmlns:a="http://schemas.openxmlformats.org/drawingml/2006/main" name="SRH">
  <a:themeElements>
    <a:clrScheme name="SRH Bildung">
      <a:dk1>
        <a:srgbClr val="575756"/>
      </a:dk1>
      <a:lt1>
        <a:sysClr val="window" lastClr="FFFFFF"/>
      </a:lt1>
      <a:dk2>
        <a:srgbClr val="00699A"/>
      </a:dk2>
      <a:lt2>
        <a:srgbClr val="AAA39D"/>
      </a:lt2>
      <a:accent1>
        <a:srgbClr val="DF4807"/>
      </a:accent1>
      <a:accent2>
        <a:srgbClr val="AAA39D"/>
      </a:accent2>
      <a:accent3>
        <a:srgbClr val="FCC61E"/>
      </a:accent3>
      <a:accent4>
        <a:srgbClr val="35B4A0"/>
      </a:accent4>
      <a:accent5>
        <a:srgbClr val="CA007F"/>
      </a:accent5>
      <a:accent6>
        <a:srgbClr val="021E30"/>
      </a:accent6>
      <a:hlink>
        <a:srgbClr val="000000"/>
      </a:hlink>
      <a:folHlink>
        <a:srgbClr val="000000"/>
      </a:folHlink>
    </a:clrScheme>
    <a:fontScheme name="SRH">
      <a:majorFont>
        <a:latin typeface="SRH Display"/>
        <a:ea typeface=""/>
        <a:cs typeface=""/>
      </a:majorFont>
      <a:minorFont>
        <a:latin typeface="SRH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RH Bildung">
        <a:dk1>
          <a:srgbClr val="575756"/>
        </a:dk1>
        <a:lt1>
          <a:sysClr val="window" lastClr="FFFFFF"/>
        </a:lt1>
        <a:dk2>
          <a:srgbClr val="00699A"/>
        </a:dk2>
        <a:lt2>
          <a:srgbClr val="AAA39D"/>
        </a:lt2>
        <a:accent1>
          <a:srgbClr val="DF4807"/>
        </a:accent1>
        <a:accent2>
          <a:srgbClr val="AAA39D"/>
        </a:accent2>
        <a:accent3>
          <a:srgbClr val="FCC61E"/>
        </a:accent3>
        <a:accent4>
          <a:srgbClr val="35B4A0"/>
        </a:accent4>
        <a:accent5>
          <a:srgbClr val="CA007F"/>
        </a:accent5>
        <a:accent6>
          <a:srgbClr val="021E30"/>
        </a:accent6>
        <a:hlink>
          <a:srgbClr val="000000"/>
        </a:hlink>
        <a:folHlink>
          <a:srgbClr val="000000"/>
        </a:folHlink>
      </a:clrScheme>
    </a:extraClrScheme>
    <a:extraClrScheme>
      <a:clrScheme name="SRH Gesundheit">
        <a:dk1>
          <a:srgbClr val="575756"/>
        </a:dk1>
        <a:lt1>
          <a:sysClr val="window" lastClr="FFFFFF"/>
        </a:lt1>
        <a:dk2>
          <a:srgbClr val="35B4A0"/>
        </a:dk2>
        <a:lt2>
          <a:srgbClr val="AAA39D"/>
        </a:lt2>
        <a:accent1>
          <a:srgbClr val="00699A"/>
        </a:accent1>
        <a:accent2>
          <a:srgbClr val="CA007F"/>
        </a:accent2>
        <a:accent3>
          <a:srgbClr val="78C8D2"/>
        </a:accent3>
        <a:accent4>
          <a:srgbClr val="0D3A5D"/>
        </a:accent4>
        <a:accent5>
          <a:srgbClr val="DF4807"/>
        </a:accent5>
        <a:accent6>
          <a:srgbClr val="FCC61E"/>
        </a:accent6>
        <a:hlink>
          <a:srgbClr val="000000"/>
        </a:hlink>
        <a:folHlink>
          <a:srgbClr val="000000"/>
        </a:folHlink>
      </a:clrScheme>
    </a:extraClrScheme>
    <a:extraClrScheme>
      <a:clrScheme name="SRH Holding">
        <a:dk1>
          <a:srgbClr val="575756"/>
        </a:dk1>
        <a:lt1>
          <a:sysClr val="window" lastClr="FFFFFF"/>
        </a:lt1>
        <a:dk2>
          <a:srgbClr val="00699A"/>
        </a:dk2>
        <a:lt2>
          <a:srgbClr val="AAA39D"/>
        </a:lt2>
        <a:accent1>
          <a:srgbClr val="AAA39D"/>
        </a:accent1>
        <a:accent2>
          <a:srgbClr val="DF4807"/>
        </a:accent2>
        <a:accent3>
          <a:srgbClr val="575756"/>
        </a:accent3>
        <a:accent4>
          <a:srgbClr val="FCC61E"/>
        </a:accent4>
        <a:accent5>
          <a:srgbClr val="78C8D2"/>
        </a:accent5>
        <a:accent6>
          <a:srgbClr val="0D3A5D"/>
        </a:accent6>
        <a:hlink>
          <a:srgbClr val="000000"/>
        </a:hlink>
        <a:folHlink>
          <a:srgbClr val="000000"/>
        </a:folHlink>
      </a:clrScheme>
    </a:extraClrScheme>
    <a:extraClrScheme>
      <a:clrScheme name="SRH ServicePartner">
        <a:dk1>
          <a:srgbClr val="575756"/>
        </a:dk1>
        <a:lt1>
          <a:sysClr val="window" lastClr="FFFFFF"/>
        </a:lt1>
        <a:dk2>
          <a:srgbClr val="9C0C35"/>
        </a:dk2>
        <a:lt2>
          <a:srgbClr val="AAA39D"/>
        </a:lt2>
        <a:accent1>
          <a:srgbClr val="AAA39D"/>
        </a:accent1>
        <a:accent2>
          <a:srgbClr val="35B4A0"/>
        </a:accent2>
        <a:accent3>
          <a:srgbClr val="575756"/>
        </a:accent3>
        <a:accent4>
          <a:srgbClr val="0D3A5D"/>
        </a:accent4>
        <a:accent5>
          <a:srgbClr val="DF4807"/>
        </a:accent5>
        <a:accent6>
          <a:srgbClr val="00699A"/>
        </a:accent6>
        <a:hlink>
          <a:srgbClr val="000000"/>
        </a:hlink>
        <a:folHlink>
          <a:srgbClr val="000000"/>
        </a:folHlink>
      </a:clrScheme>
    </a:extraClrScheme>
  </a:extraClrSchemeLst>
  <a:custClrLst>
    <a:custClr name="SRH ORANGE">
      <a:srgbClr val="DF4807"/>
    </a:custClr>
    <a:custClr name="SRH WARM GREY">
      <a:srgbClr val="AAA39D"/>
    </a:custClr>
    <a:custClr name="SRH BLUE">
      <a:srgbClr val="00699A"/>
    </a:custClr>
    <a:custClr name="SRH SUN YELLOW">
      <a:srgbClr val="FCC61E"/>
    </a:custClr>
    <a:custClr name="SRH Fresh Mint">
      <a:srgbClr val="35B4A0"/>
    </a:custClr>
    <a:custClr name="SRH SWEET BERRY">
      <a:srgbClr val="CA007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SRH PASSION RED">
      <a:srgbClr val="9C0C35"/>
    </a:custClr>
    <a:custClr name="SRH SMOKEY BLACK">
      <a:srgbClr val="575756"/>
    </a:custClr>
    <a:custClr name="SRH CALM OCEAN">
      <a:srgbClr val="78C8D2"/>
    </a:custClr>
    <a:custClr name="SRH MIDNIGHT BLUE">
      <a:srgbClr val="0D3A5D"/>
    </a:custClr>
    <a:custClr name="SRH DEEP BLUE">
      <a:srgbClr val="021E30"/>
    </a:custClr>
    <a:custClr name=" SRH Text ">
      <a:srgbClr val="575756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</Words>
  <Application>Microsoft Macintosh PowerPoint</Application>
  <PresentationFormat>Breitbild</PresentationFormat>
  <Paragraphs>72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Arial</vt:lpstr>
      <vt:lpstr>Calibri</vt:lpstr>
      <vt:lpstr>SRH</vt:lpstr>
      <vt:lpstr>SRH Headline</vt:lpstr>
      <vt:lpstr>SRH Text</vt:lpstr>
      <vt:lpstr>SRH</vt:lpstr>
      <vt:lpstr>The Autonomous Compliance Sentinel  </vt:lpstr>
      <vt:lpstr>The starting point: Goal 2 looked excellent</vt:lpstr>
      <vt:lpstr>All key comparison metrics at a glance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Henrike Voelker</dc:creator>
  <cp:lastModifiedBy>Müller, Kay (Stud SRH-University)</cp:lastModifiedBy>
  <cp:revision>22</cp:revision>
  <dcterms:created xsi:type="dcterms:W3CDTF">2020-06-05T16:20:53Z</dcterms:created>
  <dcterms:modified xsi:type="dcterms:W3CDTF">2026-07-20T09:23:14Z</dcterms:modified>
</cp:coreProperties>
</file>